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orizon" panose="020B0604020202020204" charset="0"/>
      <p:regular r:id="rId8"/>
    </p:embeddedFont>
    <p:embeddedFont>
      <p:font typeface="Lazydog" panose="020B0604020202020204" charset="0"/>
      <p:regular r:id="rId9"/>
    </p:embeddedFont>
    <p:embeddedFont>
      <p:font typeface="TAN Meringue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арья Скворцова" userId="3d0e3fd5e6399ded" providerId="LiveId" clId="{93B79702-A708-4548-88B6-CD6E18547CC5}"/>
    <pc:docChg chg="undo custSel modSld">
      <pc:chgData name="Дарья Скворцова" userId="3d0e3fd5e6399ded" providerId="LiveId" clId="{93B79702-A708-4548-88B6-CD6E18547CC5}" dt="2026-05-17T21:38:33.640" v="1" actId="21"/>
      <pc:docMkLst>
        <pc:docMk/>
      </pc:docMkLst>
      <pc:sldChg chg="modSp mod">
        <pc:chgData name="Дарья Скворцова" userId="3d0e3fd5e6399ded" providerId="LiveId" clId="{93B79702-A708-4548-88B6-CD6E18547CC5}" dt="2026-05-17T21:38:33.640" v="1" actId="21"/>
        <pc:sldMkLst>
          <pc:docMk/>
          <pc:sldMk cId="0" sldId="259"/>
        </pc:sldMkLst>
        <pc:spChg chg="mod">
          <ac:chgData name="Дарья Скворцова" userId="3d0e3fd5e6399ded" providerId="LiveId" clId="{93B79702-A708-4548-88B6-CD6E18547CC5}" dt="2026-05-17T21:38:33.640" v="1" actId="21"/>
          <ac:spMkLst>
            <pc:docMk/>
            <pc:sldMk cId="0" sldId="259"/>
            <ac:spMk id="1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5935" y="3540388"/>
            <a:ext cx="14416130" cy="223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68"/>
              </a:lnSpc>
            </a:pPr>
            <a:r>
              <a:rPr lang="en-US" sz="16559" spc="82">
                <a:solidFill>
                  <a:srgbClr val="2B2C30"/>
                </a:solidFill>
                <a:latin typeface="Horizon"/>
                <a:ea typeface="Horizon"/>
                <a:cs typeface="Horizon"/>
                <a:sym typeface="Horizon"/>
              </a:rPr>
              <a:t>TRAUMA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44780" y="5702831"/>
            <a:ext cx="1798439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B2C30"/>
                </a:solidFill>
                <a:latin typeface="Lazydog"/>
                <a:ea typeface="Lazydog"/>
                <a:cs typeface="Lazydog"/>
                <a:sym typeface="Lazydog"/>
              </a:rPr>
              <a:t>project</a:t>
            </a:r>
          </a:p>
        </p:txBody>
      </p:sp>
      <p:sp>
        <p:nvSpPr>
          <p:cNvPr id="4" name="Freeform 4"/>
          <p:cNvSpPr/>
          <p:nvPr/>
        </p:nvSpPr>
        <p:spPr>
          <a:xfrm rot="-5400000">
            <a:off x="16177954" y="8256095"/>
            <a:ext cx="577383" cy="2581794"/>
          </a:xfrm>
          <a:custGeom>
            <a:avLst/>
            <a:gdLst/>
            <a:ahLst/>
            <a:cxnLst/>
            <a:rect l="l" t="t" r="r" b="b"/>
            <a:pathLst>
              <a:path w="577383" h="2581794">
                <a:moveTo>
                  <a:pt x="0" y="0"/>
                </a:moveTo>
                <a:lnTo>
                  <a:pt x="577383" y="0"/>
                </a:lnTo>
                <a:lnTo>
                  <a:pt x="577383" y="2581793"/>
                </a:lnTo>
                <a:lnTo>
                  <a:pt x="0" y="2581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2030905" y="-550888"/>
            <a:ext cx="577383" cy="2581794"/>
          </a:xfrm>
          <a:custGeom>
            <a:avLst/>
            <a:gdLst/>
            <a:ahLst/>
            <a:cxnLst/>
            <a:rect l="l" t="t" r="r" b="b"/>
            <a:pathLst>
              <a:path w="577383" h="2581794">
                <a:moveTo>
                  <a:pt x="0" y="0"/>
                </a:moveTo>
                <a:lnTo>
                  <a:pt x="577383" y="0"/>
                </a:lnTo>
                <a:lnTo>
                  <a:pt x="577383" y="2581793"/>
                </a:lnTo>
                <a:lnTo>
                  <a:pt x="0" y="2581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2133" y="236527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About the project​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2133" y="24688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About the project​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065654" y="2293383"/>
            <a:ext cx="16147167" cy="735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spc="738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This  project  is  a  simple  Quiz Application  created  to  help  users test  their  knowledge  through different  categories  of  questions. with  interactive  and  easy  to  use  and  a  graphical  user  interface for  selecting  and  answering questions</a:t>
            </a:r>
          </a:p>
        </p:txBody>
      </p:sp>
    </p:spTree>
  </p:cSld>
  <p:clrMapOvr>
    <a:masterClrMapping/>
  </p:clrMapOvr>
  <p:transition>
    <p:cover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12133" y="145120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F</a:t>
            </a:r>
            <a:r>
              <a:rPr lang="en-US" sz="79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eatures</a:t>
            </a: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2133" y="345693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F</a:t>
            </a:r>
            <a:r>
              <a:rPr lang="en-US" sz="79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eatures</a:t>
            </a: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51443" y="2161166"/>
            <a:ext cx="8585115" cy="7723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Menu with different quiz</a:t>
            </a:r>
          </a:p>
          <a:p>
            <a:pPr algn="ctr">
              <a:lnSpc>
                <a:spcPts val="4059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categories Search functionality</a:t>
            </a:r>
          </a:p>
          <a:p>
            <a:pPr algn="ctr">
              <a:lnSpc>
                <a:spcPts val="4059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for questions Sorting of quiz </a:t>
            </a:r>
          </a:p>
          <a:p>
            <a:pPr algn="ctr">
              <a:lnSpc>
                <a:spcPts val="4059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results Recursive calculation of </a:t>
            </a:r>
          </a:p>
          <a:p>
            <a:pPr algn="ctr">
              <a:lnSpc>
                <a:spcPts val="4059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total score GUI for selecting and </a:t>
            </a:r>
          </a:p>
          <a:p>
            <a:pPr algn="ctr">
              <a:lnSpc>
                <a:spcPts val="4059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answering questions Real-time</a:t>
            </a: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 </a:t>
            </a: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score tracking Final result</a:t>
            </a: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 </a:t>
            </a:r>
          </a:p>
          <a:p>
            <a:pPr algn="ctr">
              <a:lnSpc>
                <a:spcPts val="104"/>
              </a:lnSpc>
            </a:pPr>
            <a:endParaRPr lang="en-US" sz="2899" spc="411">
              <a:solidFill>
                <a:srgbClr val="000000"/>
              </a:solidFill>
              <a:latin typeface="TAN Meringue"/>
              <a:ea typeface="TAN Meringue"/>
              <a:cs typeface="TAN Meringue"/>
              <a:sym typeface="TAN Meringue"/>
            </a:endParaRPr>
          </a:p>
          <a:p>
            <a:pPr algn="ctr">
              <a:lnSpc>
                <a:spcPts val="4059"/>
              </a:lnSpc>
            </a:pPr>
            <a:r>
              <a:rPr lang="en-US" sz="2899" spc="411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display </a:t>
            </a:r>
          </a:p>
        </p:txBody>
      </p:sp>
    </p:spTree>
  </p:cSld>
  <p:clrMapOvr>
    <a:masterClrMapping/>
  </p:clrMapOvr>
  <p:transition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3371" y="2813494"/>
            <a:ext cx="2449099" cy="2449099"/>
          </a:xfrm>
          <a:custGeom>
            <a:avLst/>
            <a:gdLst/>
            <a:ahLst/>
            <a:cxnLst/>
            <a:rect l="l" t="t" r="r" b="b"/>
            <a:pathLst>
              <a:path w="2449099" h="2449099">
                <a:moveTo>
                  <a:pt x="0" y="0"/>
                </a:moveTo>
                <a:lnTo>
                  <a:pt x="2449099" y="0"/>
                </a:lnTo>
                <a:lnTo>
                  <a:pt x="2449099" y="2449099"/>
                </a:lnTo>
                <a:lnTo>
                  <a:pt x="0" y="2449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3371" y="6680535"/>
            <a:ext cx="2449099" cy="2449099"/>
          </a:xfrm>
          <a:custGeom>
            <a:avLst/>
            <a:gdLst/>
            <a:ahLst/>
            <a:cxnLst/>
            <a:rect l="l" t="t" r="r" b="b"/>
            <a:pathLst>
              <a:path w="2449099" h="2449099">
                <a:moveTo>
                  <a:pt x="0" y="0"/>
                </a:moveTo>
                <a:lnTo>
                  <a:pt x="2449099" y="0"/>
                </a:lnTo>
                <a:lnTo>
                  <a:pt x="2449099" y="2449099"/>
                </a:lnTo>
                <a:lnTo>
                  <a:pt x="0" y="2449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782484" y="2694401"/>
            <a:ext cx="2449099" cy="2449099"/>
          </a:xfrm>
          <a:custGeom>
            <a:avLst/>
            <a:gdLst/>
            <a:ahLst/>
            <a:cxnLst/>
            <a:rect l="l" t="t" r="r" b="b"/>
            <a:pathLst>
              <a:path w="2449099" h="2449099">
                <a:moveTo>
                  <a:pt x="0" y="0"/>
                </a:moveTo>
                <a:lnTo>
                  <a:pt x="2449099" y="0"/>
                </a:lnTo>
                <a:lnTo>
                  <a:pt x="2449099" y="2449099"/>
                </a:lnTo>
                <a:lnTo>
                  <a:pt x="0" y="2449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919451" y="6628473"/>
            <a:ext cx="2449099" cy="2449099"/>
          </a:xfrm>
          <a:custGeom>
            <a:avLst/>
            <a:gdLst/>
            <a:ahLst/>
            <a:cxnLst/>
            <a:rect l="l" t="t" r="r" b="b"/>
            <a:pathLst>
              <a:path w="2449099" h="2449099">
                <a:moveTo>
                  <a:pt x="0" y="0"/>
                </a:moveTo>
                <a:lnTo>
                  <a:pt x="2449098" y="0"/>
                </a:lnTo>
                <a:lnTo>
                  <a:pt x="2449098" y="2449099"/>
                </a:lnTo>
                <a:lnTo>
                  <a:pt x="0" y="244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26768" y="4317217"/>
            <a:ext cx="2449099" cy="2449099"/>
          </a:xfrm>
          <a:custGeom>
            <a:avLst/>
            <a:gdLst/>
            <a:ahLst/>
            <a:cxnLst/>
            <a:rect l="l" t="t" r="r" b="b"/>
            <a:pathLst>
              <a:path w="2449099" h="2449099">
                <a:moveTo>
                  <a:pt x="0" y="0"/>
                </a:moveTo>
                <a:lnTo>
                  <a:pt x="2449099" y="0"/>
                </a:lnTo>
                <a:lnTo>
                  <a:pt x="2449099" y="2449098"/>
                </a:lnTo>
                <a:lnTo>
                  <a:pt x="0" y="2449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12133" y="145120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</a:t>
            </a:r>
            <a:r>
              <a:rPr lang="en-US" sz="79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ur team</a:t>
            </a: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2133" y="345693"/>
            <a:ext cx="16063734" cy="143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O</a:t>
            </a:r>
            <a:r>
              <a:rPr lang="en-US" sz="79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ur team</a:t>
            </a:r>
            <a:r>
              <a:rPr lang="en-US" sz="79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59652" y="3332576"/>
            <a:ext cx="3384804" cy="70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Сияна</a:t>
            </a:r>
            <a:r>
              <a:rPr lang="en-US" sz="4100" dirty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Пеева</a:t>
            </a:r>
            <a:endParaRPr lang="en-US" sz="4100" dirty="0">
              <a:solidFill>
                <a:srgbClr val="000000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28240" y="6956815"/>
            <a:ext cx="2447627" cy="70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designer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49818" y="2727769"/>
            <a:ext cx="3878721" cy="142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40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Ангел</a:t>
            </a:r>
            <a:r>
              <a:rPr lang="en-US" sz="4100" dirty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Фриедириш</a:t>
            </a:r>
            <a:endParaRPr lang="en-US" sz="4100" dirty="0">
              <a:solidFill>
                <a:srgbClr val="000000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17944" y="4438032"/>
            <a:ext cx="3844658" cy="70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front end dev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17944" y="6594810"/>
            <a:ext cx="3878721" cy="142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Мартин</a:t>
            </a:r>
            <a:r>
              <a:rPr lang="en-US" sz="4100" dirty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Бъчваров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83881" y="8391137"/>
            <a:ext cx="3844658" cy="629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documentation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50658" y="2608676"/>
            <a:ext cx="3173871" cy="142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Мирослава</a:t>
            </a:r>
            <a:r>
              <a:rPr lang="en-US" sz="4100" dirty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Хмара</a:t>
            </a:r>
            <a:endParaRPr lang="en-US" sz="4100" dirty="0">
              <a:solidFill>
                <a:srgbClr val="000000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368549" y="4466607"/>
            <a:ext cx="3469962" cy="55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scrum trainee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16595" y="6542748"/>
            <a:ext cx="2560732" cy="142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Виктор</a:t>
            </a:r>
            <a:r>
              <a:rPr lang="en-US" sz="4100" dirty="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Георгиев</a:t>
            </a:r>
            <a:endParaRPr lang="en-US" sz="4100" dirty="0">
              <a:solidFill>
                <a:srgbClr val="000000"/>
              </a:solidFill>
              <a:latin typeface="Lazydog"/>
              <a:ea typeface="Lazydog"/>
              <a:cs typeface="Lazydog"/>
              <a:sym typeface="Lazydog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573147" y="8315555"/>
            <a:ext cx="2447627" cy="70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TAN Meringue"/>
                <a:ea typeface="TAN Meringue"/>
                <a:cs typeface="TAN Meringue"/>
                <a:sym typeface="TAN Meringue"/>
              </a:rPr>
              <a:t>designer</a:t>
            </a:r>
          </a:p>
        </p:txBody>
      </p:sp>
    </p:spTree>
  </p:cSld>
  <p:clrMapOvr>
    <a:masterClrMapping/>
  </p:clrMapOvr>
  <p:transition>
    <p:cover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680260"/>
            <a:ext cx="2906063" cy="2906063"/>
          </a:xfrm>
          <a:custGeom>
            <a:avLst/>
            <a:gdLst/>
            <a:ahLst/>
            <a:cxnLst/>
            <a:rect l="l" t="t" r="r" b="b"/>
            <a:pathLst>
              <a:path w="2906063" h="2906063">
                <a:moveTo>
                  <a:pt x="0" y="0"/>
                </a:moveTo>
                <a:lnTo>
                  <a:pt x="2906063" y="0"/>
                </a:lnTo>
                <a:lnTo>
                  <a:pt x="2906063" y="2906063"/>
                </a:lnTo>
                <a:lnTo>
                  <a:pt x="0" y="2906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168272" y="6222933"/>
            <a:ext cx="2924942" cy="3291074"/>
          </a:xfrm>
          <a:custGeom>
            <a:avLst/>
            <a:gdLst/>
            <a:ahLst/>
            <a:cxnLst/>
            <a:rect l="l" t="t" r="r" b="b"/>
            <a:pathLst>
              <a:path w="2924942" h="3291074">
                <a:moveTo>
                  <a:pt x="0" y="0"/>
                </a:moveTo>
                <a:lnTo>
                  <a:pt x="2924941" y="0"/>
                </a:lnTo>
                <a:lnTo>
                  <a:pt x="2924941" y="3291074"/>
                </a:lnTo>
                <a:lnTo>
                  <a:pt x="0" y="32910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093213" y="2680260"/>
            <a:ext cx="3308473" cy="3308473"/>
          </a:xfrm>
          <a:custGeom>
            <a:avLst/>
            <a:gdLst/>
            <a:ahLst/>
            <a:cxnLst/>
            <a:rect l="l" t="t" r="r" b="b"/>
            <a:pathLst>
              <a:path w="3308473" h="3308473">
                <a:moveTo>
                  <a:pt x="0" y="0"/>
                </a:moveTo>
                <a:lnTo>
                  <a:pt x="3308473" y="0"/>
                </a:lnTo>
                <a:lnTo>
                  <a:pt x="3308473" y="3308473"/>
                </a:lnTo>
                <a:lnTo>
                  <a:pt x="0" y="3308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861659" y="5834174"/>
            <a:ext cx="3519721" cy="3202946"/>
          </a:xfrm>
          <a:custGeom>
            <a:avLst/>
            <a:gdLst/>
            <a:ahLst/>
            <a:cxnLst/>
            <a:rect l="l" t="t" r="r" b="b"/>
            <a:pathLst>
              <a:path w="3519721" h="3202946">
                <a:moveTo>
                  <a:pt x="0" y="0"/>
                </a:moveTo>
                <a:lnTo>
                  <a:pt x="3519722" y="0"/>
                </a:lnTo>
                <a:lnTo>
                  <a:pt x="3519722" y="3202947"/>
                </a:lnTo>
                <a:lnTo>
                  <a:pt x="0" y="32029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756077" y="2748644"/>
            <a:ext cx="2685154" cy="2837679"/>
          </a:xfrm>
          <a:custGeom>
            <a:avLst/>
            <a:gdLst/>
            <a:ahLst/>
            <a:cxnLst/>
            <a:rect l="l" t="t" r="r" b="b"/>
            <a:pathLst>
              <a:path w="2685154" h="2837679">
                <a:moveTo>
                  <a:pt x="0" y="0"/>
                </a:moveTo>
                <a:lnTo>
                  <a:pt x="2685154" y="0"/>
                </a:lnTo>
                <a:lnTo>
                  <a:pt x="2685154" y="2837679"/>
                </a:lnTo>
                <a:lnTo>
                  <a:pt x="0" y="28376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651662" y="6349642"/>
            <a:ext cx="2908658" cy="2908658"/>
          </a:xfrm>
          <a:custGeom>
            <a:avLst/>
            <a:gdLst/>
            <a:ahLst/>
            <a:cxnLst/>
            <a:rect l="l" t="t" r="r" b="b"/>
            <a:pathLst>
              <a:path w="2908658" h="2908658">
                <a:moveTo>
                  <a:pt x="0" y="0"/>
                </a:moveTo>
                <a:lnTo>
                  <a:pt x="2908659" y="0"/>
                </a:lnTo>
                <a:lnTo>
                  <a:pt x="2908659" y="2908658"/>
                </a:lnTo>
                <a:lnTo>
                  <a:pt x="0" y="29086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88046" y="195631"/>
            <a:ext cx="16111907" cy="124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Technologies we</a:t>
            </a:r>
            <a:r>
              <a:rPr lang="en-US" sz="68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used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8046" y="396204"/>
            <a:ext cx="16111907" cy="124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Technologies we</a:t>
            </a:r>
            <a:r>
              <a:rPr lang="en-US" sz="68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used</a:t>
            </a:r>
          </a:p>
        </p:txBody>
      </p:sp>
    </p:spTree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33057"/>
            <a:ext cx="16141249" cy="3425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b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Let's  move  on to  the  project!​</a:t>
            </a:r>
          </a:p>
        </p:txBody>
      </p:sp>
      <p:sp>
        <p:nvSpPr>
          <p:cNvPr id="3" name="Freeform 3"/>
          <p:cNvSpPr/>
          <p:nvPr/>
        </p:nvSpPr>
        <p:spPr>
          <a:xfrm rot="-5400000">
            <a:off x="16177954" y="8256095"/>
            <a:ext cx="577383" cy="2581794"/>
          </a:xfrm>
          <a:custGeom>
            <a:avLst/>
            <a:gdLst/>
            <a:ahLst/>
            <a:cxnLst/>
            <a:rect l="l" t="t" r="r" b="b"/>
            <a:pathLst>
              <a:path w="577383" h="2581794">
                <a:moveTo>
                  <a:pt x="0" y="0"/>
                </a:moveTo>
                <a:lnTo>
                  <a:pt x="577383" y="0"/>
                </a:lnTo>
                <a:lnTo>
                  <a:pt x="577383" y="2581793"/>
                </a:lnTo>
                <a:lnTo>
                  <a:pt x="0" y="2581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2030905" y="-550888"/>
            <a:ext cx="577383" cy="2581794"/>
          </a:xfrm>
          <a:custGeom>
            <a:avLst/>
            <a:gdLst/>
            <a:ahLst/>
            <a:cxnLst/>
            <a:rect l="l" t="t" r="r" b="b"/>
            <a:pathLst>
              <a:path w="577383" h="2581794">
                <a:moveTo>
                  <a:pt x="0" y="0"/>
                </a:moveTo>
                <a:lnTo>
                  <a:pt x="577383" y="0"/>
                </a:lnTo>
                <a:lnTo>
                  <a:pt x="577383" y="2581793"/>
                </a:lnTo>
                <a:lnTo>
                  <a:pt x="0" y="2581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120</Words>
  <Application>Microsoft Office PowerPoint</Application>
  <PresentationFormat>Custom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TAN Meringue</vt:lpstr>
      <vt:lpstr>Calibri</vt:lpstr>
      <vt:lpstr>Lazydog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TRAUMA</dc:title>
  <cp:lastModifiedBy>Дарья Скворцова</cp:lastModifiedBy>
  <cp:revision>1</cp:revision>
  <dcterms:created xsi:type="dcterms:W3CDTF">2006-08-16T00:00:00Z</dcterms:created>
  <dcterms:modified xsi:type="dcterms:W3CDTF">2026-05-17T21:39:26Z</dcterms:modified>
  <dc:identifier>DAHJ8ZxhtZY</dc:identifier>
</cp:coreProperties>
</file>